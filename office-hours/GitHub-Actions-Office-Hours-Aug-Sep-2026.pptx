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1 minute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This session covers six GitHub Actions updates from August and early September 2026, two practical demonstrations, and five workflow performance techniques.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Welcome everyone.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Set the promise: practical changes, two small demos, and actions attendees can take this week.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Q&amp;A clock starts after the 45-minute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60-minute office hour reserves 45 minutes for product updates, demonstrations, and performance guidance, followed by 15 minutes for audience questions.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Describe the cadence.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Tell attendees the demos are intentionally short and reproducible.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Invite them to save detailed environment-specific questions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releases improve three operational qualities: workflow provenance, least-privilege access, and predictable lifecycle management for runners and workflow data.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Frame all six announcements as an operating-model improvement rather than a feature dump.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common thread is explicit provenance, narrower access, and predictable lifecycle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August introduced a new Windows Arm64 runner image, distinct reporting identity for Code Quality, and a broader Actions retention policy.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Preview the three August announcements.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Emphasize that two require review of existing assumptions: VS 2022 dependencies and long-lived run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Windows 11 Arm64 image with Visual Studio 2026 is generally available as windows-11-vs2026-arm, while windows-11-arm migrates automatically during September 21–30.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Explain that Arm64 is the architecture and VS 2026 is the image change.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Teams using C++, .NET workloads, SDK components, or hard-coded Visual Studio paths should test explicitly.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migration is automatic for windows-11-arm.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4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Starting October 1, 2026, one Actions retention setting controls checks, workflow runs, statuses, artifacts, and logs; the default is 90 days.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Previously, checks, runs, and statuses could remain for 400+ days regardless of artifact/log retention.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Starting October 1, the same setting governs all five.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Ask: does anyone rely on old run URLs for audits, support, or release evidence?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Export what must outlive the configured window.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Metadata is not billed, but artifacts and logs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GitHub Code Quality Actions runs now use a dedicated dynamic path and github-code-quality actor, separating quality analysis from code-scanning activity in reports.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is primarily a reporting and automation compatibility change.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Existing analysis keeps running.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migration task is to update anything that classifies a run by the old dynamic path or github-advanced-security 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Early September added runner end-of-life visibility, a narrow Dependabot-alert permission, and source-identity properties for reusable workflows.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Introduce the September group.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These are additive features and can be adopted independently.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last two are the demo targets because they produce a visible result with very little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A new REST API reports registration and runtime deprecation dates for a specific Actions runner version at repository, organization, or enterprise scope.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Differentiate runner binary versions from hosted runner image labels.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endpoint is most valuable for self-hosted fleets.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 scheduled inventory process can query every version in use and alert before either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4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new vulnerability-alerts permission gives GITHUB_TOKEN read-only access to Dependabot alerts without requiring a personal access token or broader security scope.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Show the permission name and emphasize job-level scoping.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 good pattern is contents: read at workflow level, then grant vulnerability-alerts: read only to the reporting job.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is simpler to audit than a PAT and limits blast radius.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Four new job context properties expose the ref, SHA, repository, and file path of the workflow that defines a job, including jobs in reusable workflows.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github values describe the caller.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job values describe the workflow file defining the current job.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They match for an ordinary workflow and diverge for a reusable one.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removes the need to pass source metadata manually.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Not available on GitHub Enterprise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1 minute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A single manually dispatched workflow runs two independent jobs to demonstrate reusable-workflow provenance and least-privilege Dependabot access.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Switch to the repository.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Show the two small files first, then dispatch the workflow.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While it starts, explain that the two jobs are independent.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Keep a pre-run result open in case of queue delays.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4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reusable-workflow demo shows that github.workflow_ref identifies the caller while job.workflow_ref and related properties identify the workflow defining the job.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Open both YAML files.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Show the caller's uses line.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In the run summary, compare github.workflow_ref with job.workflow_ref, then point out SHA, repository, and file path.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Ask attendees where they currently pass this metadata as inputs.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Close with provenance and diagnostics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least-privilege demo uses a job-scoped vulnerability-alerts: read grant and the built-in GITHUB_TOKEN to count open Dependabot alerts.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Highlight that the permission is scoped to only this job.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Open the job summary and show the count.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Zero is a valid result.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If policy prevents access, explain that the explicit failure is preferable to a silent or overly broad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5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highest-leverage performance improvements eliminate stale runs, reuse expensive deterministic work, prevent unnecessary jobs, control matrix growth, and distinguish queue time from execution time.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Spend about 45 seconds on each tip.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Concurrency avoids paying for obsolete commits.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Cache only expensive deterministic inputs.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Filters prevent runner allocation entirely.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Matrices often grow quadratically.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Finally, inspect queue time separately: a faster build cannot fix runner scarcity.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minutes, then 15 minutes Q&amp;A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immediate next steps are to test the new Arm64 image, review retention and reporting dependencies, and adopt narrower permissions plus native workflow provenance.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Recap the three action categories.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Transition to questions.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Useful prompts: Which runner fleet is hardest to maintain?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Where do shared workflows lack provenance?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What is the longest feedback-time bottleneck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76072"/>
            <a:ext cx="1280160" cy="310896"/>
          </a:xfrm>
          <a:prstGeom prst="round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85216"/>
            <a:ext cx="1280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Aptos"/>
              </a:rPr>
              <a:t>OFFICE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400" b="1">
                <a:solidFill>
                  <a:srgbClr val="F0F6FC"/>
                </a:solidFill>
                <a:latin typeface="Aptos"/>
              </a:rPr>
              <a:t>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9968"/>
            <a:ext cx="105156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58A6FF"/>
                </a:solidFill>
                <a:latin typeface="Aptos"/>
              </a:rPr>
              <a:t>What changed in August +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71800"/>
            <a:ext cx="8686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8B949E"/>
                </a:solidFill>
                <a:latin typeface="Aptos"/>
              </a:rPr>
              <a:t>Six updates · two live demos · five performance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03320"/>
            <a:ext cx="1069848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041648"/>
            <a:ext cx="1463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3FB950"/>
                </a:solidFill>
                <a:latin typeface="Aptos"/>
              </a:rPr>
              <a:t>45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096512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presentation + demos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4041648"/>
            <a:ext cx="1463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BC8CFF"/>
                </a:solidFill>
                <a:latin typeface="Aptos"/>
              </a:rP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096512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Q&amp;A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17220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Aptos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Run of show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15087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00–05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Why these updates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08152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The operating themes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783080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783080"/>
            <a:ext cx="64008" cy="150876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05–17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August 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08152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Runners, retention,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783080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783080"/>
            <a:ext cx="64008" cy="15087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17–29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September releases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308152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API, permissions,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49039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49039"/>
            <a:ext cx="64008" cy="15087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3977639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29–40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34340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Two demos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504748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Small YAML, visible result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749039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26280" y="3749039"/>
            <a:ext cx="64008" cy="150876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2312" y="3977639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40–45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34340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Performance tips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504748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Five high-leverage moves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749039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3749039"/>
            <a:ext cx="64008" cy="15087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77072" y="3977639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45–60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7072" y="434340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Q&amp;A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504748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Your workflows and constraints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The release theme: know more, grant less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34747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3474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OBSERVE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More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081528"/>
            <a:ext cx="2916936" cy="195681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Reusable jobs can identify the exact workflow file, repository, ref, and SHA that defined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34747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64008" cy="3474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Less privilege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081528"/>
            <a:ext cx="2916936" cy="195681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GITHUB_TOKEN can read Dependabot alerts through a narrow, purpose-built permission.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83080"/>
            <a:ext cx="3429000" cy="34747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64008" cy="3474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OPERATE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Clearer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081528"/>
            <a:ext cx="2916936" cy="195681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Runner deprecation dates, broader retention rules, and cleaner Code Quality attribution reduce surprises.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06440"/>
            <a:ext cx="10149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F0F6FC"/>
                </a:solidFill>
                <a:latin typeface="Aptos"/>
              </a:rPr>
              <a:t>The practical outcome: safer reusable automation with better operational signals.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RELEASE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August: three operational changes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188720" cy="502920"/>
          </a:xfrm>
          <a:prstGeom prst="round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92807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Aptos"/>
              </a:rPr>
              <a:t>AUG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011680"/>
            <a:ext cx="457200" cy="45720"/>
          </a:xfrm>
          <a:prstGeom prst="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764792"/>
            <a:ext cx="4389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F0F6FC"/>
                </a:solidFill>
                <a:latin typeface="Aptos"/>
              </a:rPr>
              <a:t>Windows 11 Arm64 + VS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212848"/>
            <a:ext cx="7040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GA image and migration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08960"/>
            <a:ext cx="1188720" cy="502920"/>
          </a:xfrm>
          <a:prstGeom prst="round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18688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Aptos"/>
              </a:rPr>
              <a:t>AUG 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3337560"/>
            <a:ext cx="457200" cy="45720"/>
          </a:xfrm>
          <a:prstGeom prst="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3090672"/>
            <a:ext cx="4389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F0F6FC"/>
                </a:solidFill>
                <a:latin typeface="Aptos"/>
              </a:rPr>
              <a:t>Code Quality workflow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538728"/>
            <a:ext cx="7040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Dedicated path and 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34840"/>
            <a:ext cx="1188720" cy="502920"/>
          </a:xfrm>
          <a:prstGeom prst="roundRect">
            <a:avLst/>
          </a:prstGeom>
          <a:solidFill>
            <a:srgbClr val="D299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8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Aptos"/>
              </a:rPr>
              <a:t>AUG 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4663440"/>
            <a:ext cx="457200" cy="45720"/>
          </a:xfrm>
          <a:prstGeom prst="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416552"/>
            <a:ext cx="4389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F0F6FC"/>
                </a:solidFill>
                <a:latin typeface="Aptos"/>
              </a:rPr>
              <a:t>Retention scope expands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864607"/>
            <a:ext cx="7040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Checks, runs, statuses join logs and artifacts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AUGUST · HOSTED RUNNERS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Windows 11 Arm64 moves to Visual Studio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64792"/>
            <a:ext cx="640080" cy="310896"/>
          </a:xfrm>
          <a:prstGeom prst="round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640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Aptos"/>
              </a:rPr>
              <a:t>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4754880" cy="292608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41448"/>
            <a:ext cx="4297680" cy="2560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jobs:
  build-arm:
    runs-on: windows-11-vs2026-arm
    steps:
      - uses: actions/checkout@v4
      - run: dotnet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874519"/>
            <a:ext cx="5303520" cy="338328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Available on standard and larger hosted runners</a:t>
            </a:r>
          </a:p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windows-11-arm migrates September 21–30</a:t>
            </a:r>
          </a:p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VS 2022 dependencies are the breaking-change risk</a:t>
            </a:r>
          </a:p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Pin the preview label now to test before migration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5376672"/>
            <a:ext cx="5212080" cy="658368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5559552"/>
            <a:ext cx="466344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D29922"/>
                </a:solidFill>
                <a:latin typeface="Aptos"/>
              </a:rPr>
              <a:t>ACTION: </a:t>
            </a:r>
            <a:r>
              <a:rPr sz="1500" b="0">
                <a:solidFill>
                  <a:srgbClr val="F0F6FC"/>
                </a:solidFill>
                <a:latin typeface="Aptos"/>
              </a:rPr>
              <a:t>test native toolchains and installed workloads.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AUGUST · RETENTION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One retention dial will govern five data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Workflow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94376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94376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Statuses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52944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2944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Artifacts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11512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063240"/>
            <a:ext cx="7955279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600" b="1">
                <a:solidFill>
                  <a:srgbClr val="F0F6FC"/>
                </a:solidFill>
                <a:latin typeface="Aptos"/>
              </a:rPr>
              <a:t>Your configured Actions retention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520440"/>
            <a:ext cx="7315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400" b="1">
                <a:solidFill>
                  <a:srgbClr val="BC8CFF"/>
                </a:solidFill>
                <a:latin typeface="Apto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4160520"/>
            <a:ext cx="6309360" cy="105156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4389120"/>
            <a:ext cx="2743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3FB950"/>
                </a:solidFill>
                <a:latin typeface="Aptos"/>
              </a:rPr>
              <a:t>Default: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443984"/>
            <a:ext cx="3063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Effective October 1,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23560"/>
            <a:ext cx="9966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0">
                <a:solidFill>
                  <a:srgbClr val="8B949E"/>
                </a:solidFill>
                <a:latin typeface="Aptos"/>
              </a:rPr>
              <a:t>Public repositories: 90-day maximum · Deleted history is not restored by later increases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AUGUST ·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Code Quality runs get their own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8B949E"/>
                </a:solidFill>
                <a:latin typeface="Aptos"/>
              </a:rPr>
              <a:t>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489204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41448"/>
            <a:ext cx="443484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path:  dynamic/github-code-scanning/codeql
actor: github-advanced-security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514600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200" b="1">
                <a:solidFill>
                  <a:srgbClr val="BC8CFF"/>
                </a:solidFill>
                <a:latin typeface="Apto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FB950"/>
                </a:solidFill>
                <a:latin typeface="Aptos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240280"/>
            <a:ext cx="489204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441448"/>
            <a:ext cx="443484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path:  dynamic/github-code-quality/codeql
actor: github-code-quality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39"/>
            <a:ext cx="10058400" cy="160020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Run history and usage reports now separate quality from security</a:t>
            </a:r>
          </a:p>
          <a:p>
            <a:pPr>
              <a:spcAft>
                <a:spcPts val="12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Update billing filters, dashboards, and actor-based scripts</a:t>
            </a:r>
          </a:p>
          <a:p>
            <a:pPr>
              <a:spcAft>
                <a:spcPts val="12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No Code Quality repository reconfiguration is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MONTH TO DATE · SEP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September: visibility and least privilege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33375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33375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Runner EOL 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081528"/>
            <a:ext cx="2916936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Ask GitHub when a runner version stops registering and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33375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64008" cy="333756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Dependabot read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081528"/>
            <a:ext cx="2916936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Read vulnerability alerts without granting a broader permission.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83080"/>
            <a:ext cx="3429000" cy="33375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64008" cy="33375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Reusable job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081528"/>
            <a:ext cx="2916936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Identify the reusable workflow that actually defines the job.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715000"/>
            <a:ext cx="9784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100" b="1">
                <a:solidFill>
                  <a:srgbClr val="F0F6FC"/>
                </a:solidFill>
                <a:latin typeface="Aptos"/>
              </a:rPr>
              <a:t>All three reduce hidden assumptions in shared automation.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SEPTEMBER · REST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Automate runner upgrade planning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572000" cy="132588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4114800" cy="9601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  <a:latin typeface="Cascadia Mono"/>
              </a:rPr>
              <a:t>GET /orgs/{org}/actions/runners/
    deprecations/{version}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45720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30168"/>
            <a:ext cx="411480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{
  "runner_version": "2.x.y",
  "registration_deprecates_at": "...",
  "runtime_deprecates_at": "..."
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847088"/>
            <a:ext cx="5303520" cy="320040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Repository, organization, or enterprise scope</a:t>
            </a:r>
          </a:p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Registration cutoff: new runner connections</a:t>
            </a:r>
          </a:p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Runtime cutoff: existing runner execution</a:t>
            </a:r>
          </a:p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Feed dates into inventory alerts and upgrade SLAs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5257800"/>
            <a:ext cx="5074920" cy="658368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5449824"/>
            <a:ext cx="4572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Aptos"/>
              </a:rPr>
              <a:t>Best use: proactive fleet health 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SEPTEMBER · GITHUB_TOKEN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Read alerts without opening the whole security drawer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800600" cy="160020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75688"/>
            <a:ext cx="434340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0">
                <a:solidFill>
                  <a:srgbClr val="F0F6FC"/>
                </a:solidFill>
                <a:latin typeface="Cascadia Mono"/>
              </a:rPr>
              <a:t>permissions:
  contents: read
  vulnerability-alerts: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74519"/>
            <a:ext cx="46634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F0F6FC"/>
                </a:solidFill>
                <a:latin typeface="Aptos"/>
              </a:rPr>
              <a:t>Purpose-built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50592"/>
            <a:ext cx="5029200" cy="237744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Supports read or none</a:t>
            </a:r>
          </a:p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Works with the workflow-scoped GITHUB_TOKEN</a:t>
            </a:r>
          </a:p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Avoids a PAT and reduces permission surface</a:t>
            </a:r>
          </a:p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Can be set at workflow or job scope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4800600" cy="105156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187952"/>
            <a:ext cx="1463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BC8CFF"/>
                </a:solidFill>
                <a:latin typeface="Aptos"/>
              </a:rPr>
              <a:t>Default closed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4187952"/>
            <a:ext cx="2834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Declare only where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504688"/>
            <a:ext cx="987552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900" b="1">
                <a:solidFill>
                  <a:srgbClr val="58A6FF"/>
                </a:solidFill>
                <a:latin typeface="Aptos"/>
              </a:rPr>
              <a:t>Pattern: </a:t>
            </a:r>
            <a:r>
              <a:rPr sz="1900" b="0">
                <a:solidFill>
                  <a:srgbClr val="F0F6FC"/>
                </a:solidFill>
                <a:latin typeface="Aptos"/>
              </a:rPr>
              <a:t>workflow defaults + job-level elevation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SEPTEMBER · JOB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Reusable workflows can identify their own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job.workflow_ref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full workflow ref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78308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job.workflow_sha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5915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defining commit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0896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job.workflow_repository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8503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owner/repo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10896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job.workflow_file_path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68503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repo-relative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8B949E"/>
                </a:solidFill>
                <a:latin typeface="Aptos"/>
              </a:rPr>
              <a:t>Caller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66344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github.workflow_ref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617720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300" b="1">
                <a:solidFill>
                  <a:srgbClr val="BC8CFF"/>
                </a:solidFill>
                <a:latin typeface="Aptos"/>
              </a:rPr>
              <a:t>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6344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job.workflow_ref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6634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8B949E"/>
                </a:solidFill>
                <a:latin typeface="Aptos"/>
              </a:rPr>
              <a:t>Defining identity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0F6FC"/>
                </a:solidFill>
                <a:latin typeface="Aptos"/>
              </a:rPr>
              <a:t>Use cases: provenance · policy · diagnostics · version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setup: one dispatch, two visible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834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0F6FC"/>
                </a:solidFill>
                <a:latin typeface="Aptos"/>
              </a:rPr>
              <a:t>Office hours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514600"/>
            <a:ext cx="2834640" cy="91440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07208"/>
            <a:ext cx="2834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58A6FF"/>
                </a:solidFill>
                <a:latin typeface="Cascadia Mono"/>
              </a:rPr>
              <a:t>workflow_dispatch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706624"/>
            <a:ext cx="640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000" b="1">
                <a:solidFill>
                  <a:srgbClr val="BC8C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057400"/>
            <a:ext cx="2743200" cy="1143000"/>
          </a:xfrm>
          <a:prstGeom prst="roundRect">
            <a:avLst/>
          </a:prstGeom>
          <a:solidFill>
            <a:srgbClr val="161B22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2432304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F0F6FC"/>
                </a:solidFill>
                <a:latin typeface="Aptos"/>
              </a:rPr>
              <a:t>Reusable identity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3703320"/>
            <a:ext cx="2743200" cy="1143000"/>
          </a:xfrm>
          <a:prstGeom prst="roundRect">
            <a:avLst/>
          </a:prstGeom>
          <a:solidFill>
            <a:srgbClr val="161B22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078224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F0F6FC"/>
                </a:solidFill>
                <a:latin typeface="Aptos"/>
              </a:rPr>
              <a:t>Alert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706624"/>
            <a:ext cx="640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000" b="1">
                <a:solidFill>
                  <a:srgbClr val="BC8CF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2514600"/>
            <a:ext cx="2560320" cy="91440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2807208"/>
            <a:ext cx="2560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F0F6FC"/>
                </a:solidFill>
                <a:latin typeface="Aptos"/>
              </a:rPr>
              <a:t>Job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59552"/>
            <a:ext cx="9418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D29922"/>
                </a:solidFill>
                <a:latin typeface="Aptos"/>
              </a:rPr>
              <a:t>Fallback: keep one successful run open before the session.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 · 4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1: caller versus defining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92040" cy="155448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4434840" cy="11887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  <a:latin typeface="Cascadia Mono"/>
              </a:rPr>
              <a:t>jobs:
  reusable-identity:
    uses: ./.github/workflows/reusable-source.yml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5303520" cy="2377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029968"/>
            <a:ext cx="4846320" cy="2011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0F6FC"/>
                </a:solidFill>
                <a:latin typeface="Cascadia Mono"/>
              </a:rPr>
              <a:t>github.workflow_ref
job.workflow_ref
job.workflow_sha
job.workflow_repository
job.workflow_file_path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86200"/>
            <a:ext cx="4892040" cy="118872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4133087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3FB950"/>
                </a:solidFill>
                <a:latin typeface="Aptos"/>
              </a:rPr>
              <a:t>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133087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The two workflow refs diverge.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4617720"/>
            <a:ext cx="5303520" cy="68580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818888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58A6FF"/>
                </a:solidFill>
                <a:latin typeface="Aptos"/>
              </a:rPr>
              <a:t>Land the point: provenance is now native.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 · 3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2: least privilege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38912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29968"/>
            <a:ext cx="393192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0">
                <a:solidFill>
                  <a:srgbClr val="F0F6FC"/>
                </a:solidFill>
                <a:latin typeface="Cascadia Mono"/>
              </a:rPr>
              <a:t>permissions:
  contents: read
  vulnerability-alerts: read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1828800"/>
            <a:ext cx="5623560" cy="25603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2029968"/>
            <a:ext cx="5166360" cy="2194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env:
  GH_TOKEN: ${{ github.token }}
run: |
  gh api "repos/$GITHUB_REPOSITORY/
    dependabot/alerts?state=open"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4389120" cy="105156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2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3FB950"/>
                </a:solidFill>
                <a:latin typeface="Aptos"/>
              </a:rPr>
              <a:t>No PAT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096512"/>
            <a:ext cx="2560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No broad token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8686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F0F6FC"/>
                </a:solidFill>
                <a:latin typeface="Aptos"/>
              </a:rPr>
              <a:t>Expected output: “Open Dependabot alerts: N”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FINAL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Five performance moves with outsized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530352" cy="530352"/>
          </a:xfrm>
          <a:prstGeom prst="round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69164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Cancel stale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1907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Use concurrency groups with cancel-in-progress for PRs.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69464"/>
            <a:ext cx="530352" cy="530352"/>
          </a:xfrm>
          <a:prstGeom prst="round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256032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Cache with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8775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Key on lockfiles; restore broadly; measure hit 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38144"/>
            <a:ext cx="530352" cy="530352"/>
          </a:xfrm>
          <a:prstGeom prst="round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342900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Filter early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45643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Use paths, branches, and job if conditions before runners start.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06824"/>
            <a:ext cx="530352" cy="530352"/>
          </a:xfrm>
          <a:prstGeom prst="roundRect">
            <a:avLst/>
          </a:prstGeom>
          <a:solidFill>
            <a:srgbClr val="D299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9768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Shrink the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32511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Test representative combinations first; expand on main or nightly.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75504"/>
            <a:ext cx="530352" cy="530352"/>
          </a:xfrm>
          <a:prstGeom prst="roundRect">
            <a:avLst/>
          </a:prstGeom>
          <a:solidFill>
            <a:srgbClr val="F85149"/>
          </a:solidFill>
          <a:ln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0352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516636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Measure the queue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519379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Separate queue time from execution time before changing code.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6062472"/>
            <a:ext cx="10561320" cy="384048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153912"/>
            <a:ext cx="10561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  <a:latin typeface="Aptos"/>
              </a:rPr>
              <a:t>Optimize total feedback time—not just step duration.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Three actions for next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31089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4008" cy="31089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5740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2316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Arm64 + VS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127248"/>
            <a:ext cx="2916936" cy="1591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Run architecture-specific builds on the explicit image before automatic migration.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429000" cy="31089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64008" cy="310896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5740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29922"/>
                </a:solidFill>
                <a:latin typeface="Aptos"/>
              </a:rPr>
              <a:t>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42316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Retention +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127248"/>
            <a:ext cx="2916936" cy="1591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Confirm the retention window and update Code Quality path or actor filters.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429000" cy="31089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64008" cy="31089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5740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ADOPT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42316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Identity + permission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127248"/>
            <a:ext cx="2916936" cy="1591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Use native reusable-workflow provenance and job-scoped alert access.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32120"/>
            <a:ext cx="107442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400" b="1">
                <a:solidFill>
                  <a:srgbClr val="BC8CFF"/>
                </a:solidFill>
                <a:latin typeface="Aptos"/>
              </a:rPr>
              <a:t>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44768"/>
            <a:ext cx="10744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  <a:latin typeface="Cascadia Mono"/>
              </a:rPr>
              <a:t>github.blog/changelog/label/actions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Actions Office Hour — August and September 2026</dc:title>
  <dc:subject>GitHub Actions product updates, demos, and performance tips</dc:subject>
  <dc:creator>GitHub Office Hours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